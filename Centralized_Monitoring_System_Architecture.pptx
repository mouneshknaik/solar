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FD4CD-BE2B-4CDA-87B1-6A000042A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4B663-2DC2-4380-A370-634AFEFF0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18E56-64D4-43BD-AC39-46DCC71BD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C7AB4-C506-4E98-90D7-B85F73B728A2}" type="datetime1">
              <a:rPr lang="en-IN" smtClean="0"/>
              <a:t>26-04-2021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0F8DC-F80D-4074-B00D-B928E7551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9-Sep-19. Jio Solar Energy Scope &amp; Approach (Ver. 8.3)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1D6C5-B58D-41D8-9CE0-2515E24A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1953-1357-40F6-9895-ABA755BE2DB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F48AFB-1E5F-46F4-A162-786D15891B0F}"/>
              </a:ext>
            </a:extLst>
          </p:cNvPr>
          <p:cNvSpPr/>
          <p:nvPr userDrawn="1"/>
        </p:nvSpPr>
        <p:spPr>
          <a:xfrm>
            <a:off x="0" y="0"/>
            <a:ext cx="12192000" cy="821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Picture 4" descr="Image result for ril logo">
            <a:extLst>
              <a:ext uri="{FF2B5EF4-FFF2-40B4-BE49-F238E27FC236}">
                <a16:creationId xmlns:a16="http://schemas.microsoft.com/office/drawing/2014/main" id="{C3F8F35A-E0AB-4938-A86D-724DEDBDB15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900" r="35371" b="48651"/>
          <a:stretch/>
        </p:blipFill>
        <p:spPr bwMode="auto">
          <a:xfrm>
            <a:off x="11202000" y="2993946"/>
            <a:ext cx="900000" cy="870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0ED48D-C40E-4169-90C8-3017621045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437" y="31555"/>
            <a:ext cx="729585" cy="682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07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0DF5-DB5B-4153-A4D4-B101394AA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85B10-1891-4B0F-BF92-9CC3155E6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06BB1-BE9D-49C7-A29D-98E65036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55A13-DDDB-455B-8A8B-06C03C88ADBE}" type="datetime1">
              <a:rPr lang="en-IN" smtClean="0"/>
              <a:t>26-04-2021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9975C-8D94-481E-A615-512D2C55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9-Sep-19. Jio Solar Energy Scope &amp; Approach (Ver. 8.3)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764CE-7E16-44B7-ADD2-48F989F66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1953-1357-40F6-9895-ABA755BE2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4896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7FCEE-DAFC-4BE3-AF9D-E69389F1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1A42D-8635-4466-9353-9AD43EA76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F989A-1775-418F-9363-FA2A0DD00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9983-B313-4FB5-85DC-1B043C2378BE}" type="datetime1">
              <a:rPr lang="en-IN" smtClean="0"/>
              <a:t>26-04-2021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C3305-4AB7-4991-97D3-059363299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9-Sep-19. Jio Solar Energy Scope &amp; Approach (Ver. 8.3)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3D42C-6FB1-4143-976F-BA569C0D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1953-1357-40F6-9895-ABA755BE2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9816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55848-3129-434E-ACAA-02A6B6F4E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8A103-FB52-46B0-BCB6-6793183BB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F7273-50E8-4FB3-AA42-4B46C4EDE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7EE09-55BF-4C1F-9D59-0F86E97B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4773A-9DC9-4B5D-93C7-750C00A9BCEB}" type="datetime1">
              <a:rPr lang="en-IN" smtClean="0"/>
              <a:t>26-04-2021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37506-C23E-4029-B989-2B0157FFC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9-Sep-19. Jio Solar Energy Scope &amp; Approach (Ver. 8.3)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DD976-EEE2-42BD-A5BE-1EAA5C6F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1953-1357-40F6-9895-ABA755BE2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625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71E0-B050-43CD-A580-B805CC8F5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F4C12-AC4D-4B66-8451-8FCC9A390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82C2B-726D-4B02-B759-87CFD05CA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A65D1E-472C-499C-BA79-FD90BC919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B938AE-0AB8-4EBA-9E7A-159AF9FC74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1E73CF-95FF-404A-AECB-F9CAF10D3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223BC-8C53-40F7-A40F-065FE1504514}" type="datetime1">
              <a:rPr lang="en-IN" smtClean="0"/>
              <a:t>26-04-2021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91A2F8-5DF3-4C63-A1A8-65CB3B4AA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9-Sep-19. Jio Solar Energy Scope &amp; Approach (Ver. 8.3)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E4414-56B3-4ADA-BC09-BAE76B4A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1953-1357-40F6-9895-ABA755BE2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4603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DDFC6-6E50-435B-BF1C-6F8876B67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F4B670-61B4-466D-9B81-CD47631A4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FBE0-67D3-47F6-94D0-974FACC62441}" type="datetime1">
              <a:rPr lang="en-IN" smtClean="0"/>
              <a:t>26-04-2021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4FE34-A36B-4840-8336-E1E9E610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9-Sep-19. Jio Solar Energy Scope &amp; Approach (Ver. 8.3)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D75E6-A8E6-41F9-A254-C9A4C7305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1953-1357-40F6-9895-ABA755BE2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450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69DDA5-F551-4E06-B750-D9E74C400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639DE-DF60-4A10-82B5-5AFAD3A31466}" type="datetime1">
              <a:rPr lang="en-IN" smtClean="0"/>
              <a:t>26-04-2021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09FCC5-5FF4-4095-9A44-6E205C877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9-Sep-19. Jio Solar Energy Scope &amp; Approach (Ver. 8.3)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8B1D2-F435-42BE-B91F-A5A80A65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1953-1357-40F6-9895-ABA755BE2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2727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352E-A88A-48C3-8C2C-2761D348D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55CA5-BCA3-41AD-B062-DA1FCDD2A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BC5AB-1FC2-4403-8FE5-9AB62FB5D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3EC96-1D4C-447E-B48B-F4930DA0B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37553-F651-4228-A78B-E63B4FFC7997}" type="datetime1">
              <a:rPr lang="en-IN" smtClean="0"/>
              <a:t>26-04-2021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28176-AFA1-4D4C-910F-6C7E3E9B5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9-Sep-19. Jio Solar Energy Scope &amp; Approach (Ver. 8.3)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245AD-3A6D-450C-9123-6E54AC097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1953-1357-40F6-9895-ABA755BE2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1255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D3C1-E129-4F91-B342-413C54075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CAA1A9-F517-4E0A-8E6D-961A591C3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33740-BF8D-4E36-8DA7-B65572168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58C24-4C23-4285-8BDB-FB459FA5C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2510F-7978-4D12-BE98-744E01BB197D}" type="datetime1">
              <a:rPr lang="en-IN" smtClean="0"/>
              <a:t>26-04-2021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7071D-607F-44B6-A801-17017CCF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9-Sep-19. Jio Solar Energy Scope &amp; Approach (Ver. 8.3)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D4467-4EFC-4346-B1C7-377D4E04A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1953-1357-40F6-9895-ABA755BE2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155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4C4C7-ABC5-4C6F-915F-795B0938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48C4F-B2E0-44DF-A0D0-4D8BCA954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43022-17C9-4C08-B335-B3A176FF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B126-D7A9-4AB9-A190-917E99D02459}" type="datetime1">
              <a:rPr lang="en-IN" smtClean="0"/>
              <a:t>26-04-2021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093FB-DE3F-434F-A6A0-86B459591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9-Sep-19. Jio Solar Energy Scope &amp; Approach (Ver. 8.3)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90B7B-3B0C-49CC-A7DE-BA5CDEEF1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1953-1357-40F6-9895-ABA755BE2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733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F53D84-7B58-4A27-9813-E3A1058FA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97463-7D81-4657-8630-DDDCA3369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8A426-6761-47EA-AB98-9643CF037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82875-26E3-4A80-9249-A5FAB39929E4}" type="datetime1">
              <a:rPr lang="en-IN" smtClean="0"/>
              <a:t>26-04-2021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DB839-F9B0-452F-99C4-C840F6CA5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9-Sep-19. Jio Solar Energy Scope &amp; Approach (Ver. 8.3)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D3486-B9C1-48E5-BBCF-705787EB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1953-1357-40F6-9895-ABA755BE2D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11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FFBB21-403A-48E7-B5D9-784BCFC5E450}"/>
              </a:ext>
            </a:extLst>
          </p:cNvPr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10D32-6BD8-4A3F-8D44-2EB06C9DE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75" y="1"/>
            <a:ext cx="11121325" cy="7619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4B69F-C22A-4AE0-9332-D2A05D077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475" y="1022888"/>
            <a:ext cx="11716718" cy="515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70624-55CD-426B-A732-23E13E0AF0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2475" y="6437851"/>
            <a:ext cx="1008000" cy="420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502E2-7E48-4209-9AD9-DFDB0BC6A607}" type="datetime1">
              <a:rPr lang="en-IN" smtClean="0"/>
              <a:t>26-04-2021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FB8C-7A99-468A-9C60-6844EA8C1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40475" y="6437851"/>
            <a:ext cx="9700718" cy="420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9-Sep-19. Jio Solar Energy Scope &amp; Approach (Ver. 8.3)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8D937-DDDE-481B-B736-2AC21E0C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41193" y="6437851"/>
            <a:ext cx="1008000" cy="420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E1953-1357-40F6-9895-ABA755BE2DBA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D59CE5-AA36-4E27-AE65-32586BCDE33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772" y="34688"/>
            <a:ext cx="658088" cy="65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5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C8B0612A-34B1-4073-9546-00268AD6E1E8}"/>
              </a:ext>
            </a:extLst>
          </p:cNvPr>
          <p:cNvSpPr/>
          <p:nvPr/>
        </p:nvSpPr>
        <p:spPr>
          <a:xfrm>
            <a:off x="109507" y="869430"/>
            <a:ext cx="11959525" cy="58461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16C75-BAD3-45BD-AF0F-612AC760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/>
              <a:t>Centralized Monitoring System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1DFFF-A115-4696-82C7-0551EA9A7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E1953-1357-40F6-9895-ABA755BE2D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567DF1-01DD-4399-BD0D-602C856068E3}"/>
              </a:ext>
            </a:extLst>
          </p:cNvPr>
          <p:cNvSpPr/>
          <p:nvPr/>
        </p:nvSpPr>
        <p:spPr>
          <a:xfrm>
            <a:off x="2885984" y="5883769"/>
            <a:ext cx="771866" cy="59168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INV-n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D21DC9-8BFB-4414-B193-ECDE8D5CD68E}"/>
              </a:ext>
            </a:extLst>
          </p:cNvPr>
          <p:cNvSpPr/>
          <p:nvPr/>
        </p:nvSpPr>
        <p:spPr>
          <a:xfrm>
            <a:off x="2885984" y="5091789"/>
            <a:ext cx="771866" cy="59168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INV-2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AC28A3-4122-4E44-929B-6D45B1DD34D8}"/>
              </a:ext>
            </a:extLst>
          </p:cNvPr>
          <p:cNvSpPr/>
          <p:nvPr/>
        </p:nvSpPr>
        <p:spPr>
          <a:xfrm>
            <a:off x="2885984" y="4314800"/>
            <a:ext cx="771866" cy="59168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INV-1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2FB5A3-D332-48E0-968C-196CD34D39B2}"/>
              </a:ext>
            </a:extLst>
          </p:cNvPr>
          <p:cNvSpPr/>
          <p:nvPr/>
        </p:nvSpPr>
        <p:spPr>
          <a:xfrm>
            <a:off x="2038155" y="3575282"/>
            <a:ext cx="1896128" cy="4197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Gateway-1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D9C432-9870-4B98-8A63-1DAA78123E97}"/>
              </a:ext>
            </a:extLst>
          </p:cNvPr>
          <p:cNvCxnSpPr>
            <a:cxnSpLocks/>
          </p:cNvCxnSpPr>
          <p:nvPr/>
        </p:nvCxnSpPr>
        <p:spPr>
          <a:xfrm>
            <a:off x="2533591" y="3995007"/>
            <a:ext cx="0" cy="4497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FCD4B3-EDCA-49E8-9205-8541BF781C54}"/>
              </a:ext>
            </a:extLst>
          </p:cNvPr>
          <p:cNvCxnSpPr/>
          <p:nvPr/>
        </p:nvCxnSpPr>
        <p:spPr>
          <a:xfrm>
            <a:off x="2533591" y="4444713"/>
            <a:ext cx="352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03EB5F-556A-4CBE-8091-88DD3B384815}"/>
              </a:ext>
            </a:extLst>
          </p:cNvPr>
          <p:cNvCxnSpPr/>
          <p:nvPr/>
        </p:nvCxnSpPr>
        <p:spPr>
          <a:xfrm>
            <a:off x="2535583" y="4732023"/>
            <a:ext cx="352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980409A-F7CF-4C5B-B398-7E08A328924F}"/>
              </a:ext>
            </a:extLst>
          </p:cNvPr>
          <p:cNvCxnSpPr>
            <a:cxnSpLocks/>
          </p:cNvCxnSpPr>
          <p:nvPr/>
        </p:nvCxnSpPr>
        <p:spPr>
          <a:xfrm flipH="1">
            <a:off x="2533591" y="4732023"/>
            <a:ext cx="2500" cy="5271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F12DAC5-A220-4C6F-9917-0D90E0C18A35}"/>
              </a:ext>
            </a:extLst>
          </p:cNvPr>
          <p:cNvCxnSpPr/>
          <p:nvPr/>
        </p:nvCxnSpPr>
        <p:spPr>
          <a:xfrm>
            <a:off x="2533591" y="5259178"/>
            <a:ext cx="352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50BBD91-5B2D-405F-80F1-2C9B0AB0E4FC}"/>
              </a:ext>
            </a:extLst>
          </p:cNvPr>
          <p:cNvCxnSpPr/>
          <p:nvPr/>
        </p:nvCxnSpPr>
        <p:spPr>
          <a:xfrm>
            <a:off x="2548581" y="5522754"/>
            <a:ext cx="35239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DCAC08D-A900-4FD3-984A-8D25C6166856}"/>
              </a:ext>
            </a:extLst>
          </p:cNvPr>
          <p:cNvCxnSpPr>
            <a:cxnSpLocks/>
          </p:cNvCxnSpPr>
          <p:nvPr/>
        </p:nvCxnSpPr>
        <p:spPr>
          <a:xfrm flipH="1">
            <a:off x="2531091" y="5522754"/>
            <a:ext cx="2500" cy="52715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C18D6C1-4E7C-4DEA-AAFE-532298FBD398}"/>
              </a:ext>
            </a:extLst>
          </p:cNvPr>
          <p:cNvCxnSpPr/>
          <p:nvPr/>
        </p:nvCxnSpPr>
        <p:spPr>
          <a:xfrm>
            <a:off x="2531091" y="6049909"/>
            <a:ext cx="352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04F2739-1A0E-423E-B4C4-A76065F394A3}"/>
              </a:ext>
            </a:extLst>
          </p:cNvPr>
          <p:cNvSpPr/>
          <p:nvPr/>
        </p:nvSpPr>
        <p:spPr>
          <a:xfrm>
            <a:off x="9978597" y="5863949"/>
            <a:ext cx="771866" cy="59168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MFM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BCD9F2-F363-401B-A727-63514490F994}"/>
              </a:ext>
            </a:extLst>
          </p:cNvPr>
          <p:cNvSpPr/>
          <p:nvPr/>
        </p:nvSpPr>
        <p:spPr>
          <a:xfrm>
            <a:off x="9978597" y="5071969"/>
            <a:ext cx="771866" cy="59168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MFM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73A6EC-8C05-4325-AA1F-F1855207861B}"/>
              </a:ext>
            </a:extLst>
          </p:cNvPr>
          <p:cNvSpPr/>
          <p:nvPr/>
        </p:nvSpPr>
        <p:spPr>
          <a:xfrm>
            <a:off x="9978597" y="4294980"/>
            <a:ext cx="771866" cy="59168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2E404F3-C4B0-431C-9EE9-D2D5A2294F64}"/>
              </a:ext>
            </a:extLst>
          </p:cNvPr>
          <p:cNvSpPr/>
          <p:nvPr/>
        </p:nvSpPr>
        <p:spPr>
          <a:xfrm>
            <a:off x="8371349" y="3555462"/>
            <a:ext cx="1896128" cy="4197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Gateway-’O’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066EE8B-CED9-4DAA-BFEB-80C361319907}"/>
              </a:ext>
            </a:extLst>
          </p:cNvPr>
          <p:cNvCxnSpPr>
            <a:cxnSpLocks/>
          </p:cNvCxnSpPr>
          <p:nvPr/>
        </p:nvCxnSpPr>
        <p:spPr>
          <a:xfrm>
            <a:off x="9626204" y="3975187"/>
            <a:ext cx="0" cy="4497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CCB4974-06FA-4F6B-80FF-35C42EDD85F5}"/>
              </a:ext>
            </a:extLst>
          </p:cNvPr>
          <p:cNvCxnSpPr/>
          <p:nvPr/>
        </p:nvCxnSpPr>
        <p:spPr>
          <a:xfrm>
            <a:off x="9626204" y="4424893"/>
            <a:ext cx="352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919CAB1-764F-48A9-99EF-0D8FA9784862}"/>
              </a:ext>
            </a:extLst>
          </p:cNvPr>
          <p:cNvCxnSpPr/>
          <p:nvPr/>
        </p:nvCxnSpPr>
        <p:spPr>
          <a:xfrm>
            <a:off x="9628196" y="4712203"/>
            <a:ext cx="352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CDBE2C1-B553-44FA-8819-7BC11E64203C}"/>
              </a:ext>
            </a:extLst>
          </p:cNvPr>
          <p:cNvCxnSpPr>
            <a:cxnSpLocks/>
          </p:cNvCxnSpPr>
          <p:nvPr/>
        </p:nvCxnSpPr>
        <p:spPr>
          <a:xfrm flipH="1">
            <a:off x="9626204" y="4712203"/>
            <a:ext cx="2500" cy="5271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8EDDBF-0B07-49DD-AD58-6F9E91A9B727}"/>
              </a:ext>
            </a:extLst>
          </p:cNvPr>
          <p:cNvCxnSpPr/>
          <p:nvPr/>
        </p:nvCxnSpPr>
        <p:spPr>
          <a:xfrm>
            <a:off x="9626204" y="5239358"/>
            <a:ext cx="352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80F6864-62EB-4725-A647-51E18D464CC3}"/>
              </a:ext>
            </a:extLst>
          </p:cNvPr>
          <p:cNvCxnSpPr/>
          <p:nvPr/>
        </p:nvCxnSpPr>
        <p:spPr>
          <a:xfrm>
            <a:off x="9641194" y="5502934"/>
            <a:ext cx="35239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0783C31-3306-4D57-917F-9CF7B0A15382}"/>
              </a:ext>
            </a:extLst>
          </p:cNvPr>
          <p:cNvCxnSpPr>
            <a:cxnSpLocks/>
          </p:cNvCxnSpPr>
          <p:nvPr/>
        </p:nvCxnSpPr>
        <p:spPr>
          <a:xfrm flipH="1">
            <a:off x="9623704" y="5502934"/>
            <a:ext cx="2500" cy="52715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71DCE35-857A-45D8-ACB1-AFA16D38D65C}"/>
              </a:ext>
            </a:extLst>
          </p:cNvPr>
          <p:cNvCxnSpPr/>
          <p:nvPr/>
        </p:nvCxnSpPr>
        <p:spPr>
          <a:xfrm>
            <a:off x="9623704" y="6030089"/>
            <a:ext cx="352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C7AA113B-34D4-470D-BD57-D643055F3DE8}"/>
              </a:ext>
            </a:extLst>
          </p:cNvPr>
          <p:cNvSpPr/>
          <p:nvPr/>
        </p:nvSpPr>
        <p:spPr>
          <a:xfrm>
            <a:off x="6740628" y="5873859"/>
            <a:ext cx="771866" cy="59168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INV-n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460803A-D5B0-40B0-B9EE-E8C8EC0C9A31}"/>
              </a:ext>
            </a:extLst>
          </p:cNvPr>
          <p:cNvSpPr/>
          <p:nvPr/>
        </p:nvSpPr>
        <p:spPr>
          <a:xfrm>
            <a:off x="6740628" y="5081879"/>
            <a:ext cx="771866" cy="59168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INV-2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0C80698-5904-4740-B5B6-E9DD8A66E475}"/>
              </a:ext>
            </a:extLst>
          </p:cNvPr>
          <p:cNvSpPr/>
          <p:nvPr/>
        </p:nvSpPr>
        <p:spPr>
          <a:xfrm>
            <a:off x="6740628" y="4304890"/>
            <a:ext cx="771866" cy="59168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INV-1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A330917-02D5-4D2A-93F9-38FB38139671}"/>
              </a:ext>
            </a:extLst>
          </p:cNvPr>
          <p:cNvSpPr/>
          <p:nvPr/>
        </p:nvSpPr>
        <p:spPr>
          <a:xfrm>
            <a:off x="5892799" y="3565372"/>
            <a:ext cx="1896128" cy="4197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Gateway-’n’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4BC154B-CD89-46FD-AEAC-3E73229935ED}"/>
              </a:ext>
            </a:extLst>
          </p:cNvPr>
          <p:cNvCxnSpPr>
            <a:cxnSpLocks/>
          </p:cNvCxnSpPr>
          <p:nvPr/>
        </p:nvCxnSpPr>
        <p:spPr>
          <a:xfrm>
            <a:off x="6388235" y="3985097"/>
            <a:ext cx="0" cy="4497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5E7212-F0DA-4F0B-9683-340251E895F1}"/>
              </a:ext>
            </a:extLst>
          </p:cNvPr>
          <p:cNvCxnSpPr/>
          <p:nvPr/>
        </p:nvCxnSpPr>
        <p:spPr>
          <a:xfrm>
            <a:off x="6388235" y="4434803"/>
            <a:ext cx="352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2D62146-99D6-4987-BC33-F21A7AAED806}"/>
              </a:ext>
            </a:extLst>
          </p:cNvPr>
          <p:cNvCxnSpPr/>
          <p:nvPr/>
        </p:nvCxnSpPr>
        <p:spPr>
          <a:xfrm>
            <a:off x="6390227" y="4722113"/>
            <a:ext cx="352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D6AE79F-DBB2-4D5E-92A1-2AA727A023D8}"/>
              </a:ext>
            </a:extLst>
          </p:cNvPr>
          <p:cNvCxnSpPr>
            <a:cxnSpLocks/>
          </p:cNvCxnSpPr>
          <p:nvPr/>
        </p:nvCxnSpPr>
        <p:spPr>
          <a:xfrm flipH="1">
            <a:off x="6388235" y="4722113"/>
            <a:ext cx="2500" cy="5271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1CA0C42-C9AC-474B-8AA6-7D4D89D3EB3E}"/>
              </a:ext>
            </a:extLst>
          </p:cNvPr>
          <p:cNvCxnSpPr/>
          <p:nvPr/>
        </p:nvCxnSpPr>
        <p:spPr>
          <a:xfrm>
            <a:off x="6388235" y="5249268"/>
            <a:ext cx="352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2073E92-8041-4059-8E41-218D83D0637A}"/>
              </a:ext>
            </a:extLst>
          </p:cNvPr>
          <p:cNvCxnSpPr/>
          <p:nvPr/>
        </p:nvCxnSpPr>
        <p:spPr>
          <a:xfrm>
            <a:off x="6403225" y="5512844"/>
            <a:ext cx="35239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D1EE313-AAB8-4A87-A630-5B95BDA7E748}"/>
              </a:ext>
            </a:extLst>
          </p:cNvPr>
          <p:cNvCxnSpPr>
            <a:cxnSpLocks/>
          </p:cNvCxnSpPr>
          <p:nvPr/>
        </p:nvCxnSpPr>
        <p:spPr>
          <a:xfrm flipH="1">
            <a:off x="6385735" y="5512844"/>
            <a:ext cx="2500" cy="52715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8745F8F-807E-4850-BE86-0B9A49D65FC0}"/>
              </a:ext>
            </a:extLst>
          </p:cNvPr>
          <p:cNvCxnSpPr/>
          <p:nvPr/>
        </p:nvCxnSpPr>
        <p:spPr>
          <a:xfrm>
            <a:off x="6385735" y="6039999"/>
            <a:ext cx="352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15B9116A-AD60-4269-86CA-3632D3F32FFC}"/>
              </a:ext>
            </a:extLst>
          </p:cNvPr>
          <p:cNvSpPr/>
          <p:nvPr/>
        </p:nvSpPr>
        <p:spPr>
          <a:xfrm>
            <a:off x="8073198" y="4280669"/>
            <a:ext cx="771866" cy="59168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WMS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6CC02F5-3A16-44D3-8F32-A9A6561B8AF7}"/>
              </a:ext>
            </a:extLst>
          </p:cNvPr>
          <p:cNvCxnSpPr>
            <a:cxnSpLocks/>
          </p:cNvCxnSpPr>
          <p:nvPr/>
        </p:nvCxnSpPr>
        <p:spPr>
          <a:xfrm>
            <a:off x="9208642" y="3976374"/>
            <a:ext cx="0" cy="4497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152BC06-C253-487C-99D9-F67F358C3398}"/>
              </a:ext>
            </a:extLst>
          </p:cNvPr>
          <p:cNvCxnSpPr/>
          <p:nvPr/>
        </p:nvCxnSpPr>
        <p:spPr>
          <a:xfrm>
            <a:off x="8852182" y="4410582"/>
            <a:ext cx="352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FCB6EB8-C23E-411A-B605-718A21DB06AF}"/>
              </a:ext>
            </a:extLst>
          </p:cNvPr>
          <p:cNvCxnSpPr/>
          <p:nvPr/>
        </p:nvCxnSpPr>
        <p:spPr>
          <a:xfrm>
            <a:off x="4153290" y="3786670"/>
            <a:ext cx="1487838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065F0D7-A4B0-4FA4-9335-D4A717CE5B92}"/>
              </a:ext>
            </a:extLst>
          </p:cNvPr>
          <p:cNvCxnSpPr/>
          <p:nvPr/>
        </p:nvCxnSpPr>
        <p:spPr>
          <a:xfrm>
            <a:off x="2038155" y="3275225"/>
            <a:ext cx="822932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BD6608D-0529-4CD5-A969-00CBE512F216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2986219" y="3279100"/>
            <a:ext cx="0" cy="2961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4A8E81D-1115-47C8-A74E-0EF9E77577FD}"/>
              </a:ext>
            </a:extLst>
          </p:cNvPr>
          <p:cNvCxnSpPr>
            <a:cxnSpLocks/>
          </p:cNvCxnSpPr>
          <p:nvPr/>
        </p:nvCxnSpPr>
        <p:spPr>
          <a:xfrm flipV="1">
            <a:off x="9305781" y="3279100"/>
            <a:ext cx="0" cy="2918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584ACD3-2191-4879-B65B-6F17B7445DFD}"/>
              </a:ext>
            </a:extLst>
          </p:cNvPr>
          <p:cNvCxnSpPr>
            <a:cxnSpLocks/>
          </p:cNvCxnSpPr>
          <p:nvPr/>
        </p:nvCxnSpPr>
        <p:spPr>
          <a:xfrm flipV="1">
            <a:off x="6840133" y="3279100"/>
            <a:ext cx="0" cy="2918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FE713E5-243B-42D5-9F28-36CF2DEF183D}"/>
              </a:ext>
            </a:extLst>
          </p:cNvPr>
          <p:cNvCxnSpPr>
            <a:cxnSpLocks/>
          </p:cNvCxnSpPr>
          <p:nvPr/>
        </p:nvCxnSpPr>
        <p:spPr>
          <a:xfrm flipV="1">
            <a:off x="6199065" y="2934263"/>
            <a:ext cx="0" cy="3366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90E11B0A-B936-4A84-B00D-C5A941AFA5A1}"/>
              </a:ext>
            </a:extLst>
          </p:cNvPr>
          <p:cNvSpPr/>
          <p:nvPr/>
        </p:nvSpPr>
        <p:spPr>
          <a:xfrm>
            <a:off x="5315663" y="2333425"/>
            <a:ext cx="1782278" cy="586601"/>
          </a:xfrm>
          <a:prstGeom prst="rect">
            <a:avLst/>
          </a:prstGeom>
          <a:solidFill>
            <a:srgbClr val="33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FTP Server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BD78BFF-8702-4F1F-9BF6-12094D8A83A3}"/>
              </a:ext>
            </a:extLst>
          </p:cNvPr>
          <p:cNvSpPr/>
          <p:nvPr/>
        </p:nvSpPr>
        <p:spPr>
          <a:xfrm>
            <a:off x="5307926" y="1170309"/>
            <a:ext cx="1782278" cy="816964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Centralized Monitoring System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4A604E9-B78A-4F38-ABFB-055F05589B31}"/>
              </a:ext>
            </a:extLst>
          </p:cNvPr>
          <p:cNvCxnSpPr>
            <a:cxnSpLocks/>
          </p:cNvCxnSpPr>
          <p:nvPr/>
        </p:nvCxnSpPr>
        <p:spPr>
          <a:xfrm flipV="1">
            <a:off x="6181227" y="1996784"/>
            <a:ext cx="0" cy="3366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9E4A41B-02A0-4058-880C-B786A4D51D0D}"/>
              </a:ext>
            </a:extLst>
          </p:cNvPr>
          <p:cNvCxnSpPr/>
          <p:nvPr/>
        </p:nvCxnSpPr>
        <p:spPr>
          <a:xfrm>
            <a:off x="139487" y="3102583"/>
            <a:ext cx="11959525" cy="0"/>
          </a:xfrm>
          <a:prstGeom prst="line">
            <a:avLst/>
          </a:prstGeom>
          <a:ln w="12700" cmpd="sng">
            <a:solidFill>
              <a:schemeClr val="accent6">
                <a:lumMod val="7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99F32226-0EEC-4A9B-A469-9CB084F4D3D2}"/>
              </a:ext>
            </a:extLst>
          </p:cNvPr>
          <p:cNvSpPr txBox="1"/>
          <p:nvPr/>
        </p:nvSpPr>
        <p:spPr>
          <a:xfrm>
            <a:off x="232475" y="2481945"/>
            <a:ext cx="18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Operation Centre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ED7A5CF-A3BA-4445-BECC-D97B61854BD6}"/>
              </a:ext>
            </a:extLst>
          </p:cNvPr>
          <p:cNvSpPr txBox="1"/>
          <p:nvPr/>
        </p:nvSpPr>
        <p:spPr>
          <a:xfrm>
            <a:off x="209604" y="3475770"/>
            <a:ext cx="17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Solar Plant Area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8338BEA-3A19-437B-B9EF-8910838C9239}"/>
              </a:ext>
            </a:extLst>
          </p:cNvPr>
          <p:cNvSpPr txBox="1"/>
          <p:nvPr/>
        </p:nvSpPr>
        <p:spPr>
          <a:xfrm rot="16200000">
            <a:off x="1132818" y="5030573"/>
            <a:ext cx="1759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RS-485 Serial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daisy Chain Loop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2A80262-50FA-4B66-9024-F4BD5C2FBC4A}"/>
              </a:ext>
            </a:extLst>
          </p:cNvPr>
          <p:cNvSpPr txBox="1"/>
          <p:nvPr/>
        </p:nvSpPr>
        <p:spPr>
          <a:xfrm rot="5400000">
            <a:off x="10396194" y="5066233"/>
            <a:ext cx="1759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RS-485 Serial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daisy Chain Loop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F59564-CEC5-46F9-A4D6-0E3E15ACDD2D}"/>
              </a:ext>
            </a:extLst>
          </p:cNvPr>
          <p:cNvSpPr txBox="1"/>
          <p:nvPr/>
        </p:nvSpPr>
        <p:spPr>
          <a:xfrm>
            <a:off x="10267477" y="3055698"/>
            <a:ext cx="1582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Ethernet Layer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704095A-341F-436B-8C70-84D1DCC9906F}"/>
              </a:ext>
            </a:extLst>
          </p:cNvPr>
          <p:cNvSpPr txBox="1"/>
          <p:nvPr/>
        </p:nvSpPr>
        <p:spPr>
          <a:xfrm>
            <a:off x="1256139" y="4018998"/>
            <a:ext cx="1127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Modbus RTU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9E5B280-6FBC-46FD-A915-A04108C93819}"/>
              </a:ext>
            </a:extLst>
          </p:cNvPr>
          <p:cNvSpPr txBox="1"/>
          <p:nvPr/>
        </p:nvSpPr>
        <p:spPr>
          <a:xfrm>
            <a:off x="9716345" y="3961122"/>
            <a:ext cx="1127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Modbus RTU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20A5398-A23B-4837-B574-A1DC7E22EC25}"/>
              </a:ext>
            </a:extLst>
          </p:cNvPr>
          <p:cNvSpPr txBox="1"/>
          <p:nvPr/>
        </p:nvSpPr>
        <p:spPr>
          <a:xfrm>
            <a:off x="5156229" y="4008901"/>
            <a:ext cx="1127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Modbus RTU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A7F9B25-9ED6-415E-9563-10FA195BAF4A}"/>
              </a:ext>
            </a:extLst>
          </p:cNvPr>
          <p:cNvSpPr txBox="1"/>
          <p:nvPr/>
        </p:nvSpPr>
        <p:spPr>
          <a:xfrm>
            <a:off x="3002000" y="3271653"/>
            <a:ext cx="738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.csv file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8EF1464-47BD-4023-B47B-B3974F5BED82}"/>
              </a:ext>
            </a:extLst>
          </p:cNvPr>
          <p:cNvSpPr txBox="1"/>
          <p:nvPr/>
        </p:nvSpPr>
        <p:spPr>
          <a:xfrm>
            <a:off x="9327676" y="3273551"/>
            <a:ext cx="738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.csv file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7F5A880-9C14-4FB4-8BCE-62974A8109DC}"/>
              </a:ext>
            </a:extLst>
          </p:cNvPr>
          <p:cNvSpPr txBox="1"/>
          <p:nvPr/>
        </p:nvSpPr>
        <p:spPr>
          <a:xfrm>
            <a:off x="6831259" y="3275225"/>
            <a:ext cx="738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.csv file</a:t>
            </a:r>
          </a:p>
        </p:txBody>
      </p:sp>
    </p:spTree>
    <p:extLst>
      <p:ext uri="{BB962C8B-B14F-4D97-AF65-F5344CB8AC3E}">
        <p14:creationId xmlns:p14="http://schemas.microsoft.com/office/powerpoint/2010/main" val="172993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6C75-BAD3-45BD-AF0F-612AC760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/>
              <a:t>Centralized Monitoring System Architecture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18" y="1789611"/>
            <a:ext cx="1097712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72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1_Office Theme</vt:lpstr>
      <vt:lpstr>Centralized Monitoring System Architecture</vt:lpstr>
      <vt:lpstr>Centralized Monitoring System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Centralized Monitoring System Architecture</dc:title>
  <dc:creator>Akshay Daswal</dc:creator>
  <cp:lastModifiedBy>Akshay Daswal</cp:lastModifiedBy>
  <cp:revision>1</cp:revision>
  <dcterms:created xsi:type="dcterms:W3CDTF">2021-04-26T10:01:37Z</dcterms:created>
  <dcterms:modified xsi:type="dcterms:W3CDTF">2021-04-26T10:01:45Z</dcterms:modified>
</cp:coreProperties>
</file>